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960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68D26-2EC9-BAED-9F77-370EF3B59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346B05-53DA-640D-988A-7BFB89F6B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2EE728-5C4E-E0B1-DF6E-ACACAB4E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F1CFA-6B44-EA11-6F28-89518253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1E02F7-1E48-4770-A851-2E08A310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77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EFB43-B1A2-768D-4AC9-EC73F236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13ADD-57E1-AD35-076E-24E312D71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2D248C-C21C-58A5-43E6-4260DB56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A55041-64B9-E8CD-6D2C-96E13294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E77525-F820-999E-91D6-F6D95938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57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E8616-698C-AEAE-860F-98F13517B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4E8FA-FEF5-3F2D-005E-18F844B8A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C0A498-7932-32F5-B3EB-06551691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839DC-5A63-AB12-85C0-76C97604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2E6919-F589-AE95-5029-845AE6BA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44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0F324-9EE3-9959-944C-829412CD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45445C-6D76-8117-92CF-96957C730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8F3494-D4B8-FD1B-CF48-47CF0184B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F213F6-7274-5166-6F76-3C1F62E3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B71849-82B4-FFDC-36F7-4D46D5E9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01B96A-3B11-9111-0305-FBAD109C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30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41413-BCC9-E14A-AEEA-73EC095C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27AE66-2EF0-8253-5514-D57266356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B48472-ACB2-EDED-9300-610AA9840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9AAA16-B354-FA8F-C3A4-BD9C6CDB4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337045F-0BC5-8066-60C4-954746D95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65E920-A2C1-C1FC-621D-66F8A4C6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297988-EEED-FD2B-8A8F-69CE843A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D8B733-C7A4-0F0F-8AA3-C1D40A5D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358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C4629-E66C-AAF9-BC3B-D6671D2F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22D9F3-A031-5156-0EA8-20BF41F7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16298B-018E-6715-7CC2-2EB3985D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CE8BA7-2E37-6904-BE7C-8E53BB46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69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92290E-08C8-0E64-E830-B6C88E7E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0E22E72-F1B4-0FD8-8C70-5E4AED706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D405D-681D-367F-C483-3C53384A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92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8CCB4-850A-35F2-AE89-26A94F18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B704F-882F-DAB1-4008-300E09879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C79434-6BE2-29C5-412E-D330E9022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8A4857-2E5E-7619-3FF2-CCF79DD6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58E160-CF6A-3F53-D478-B2F974E8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9178-355D-27BF-4D1F-ADD00DEB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09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A8ECF-B124-B4B0-C335-404EB3B0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DCE29D-69FD-672E-7E2D-2B29F2DE9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9A4020-F6DE-C5BA-53A7-745B77745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9FC4E2-B520-1C14-4380-BCD12F99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976C90-59FE-EF3F-560B-32D4B21E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4EDE3C-58A3-595C-31B2-331A1229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03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A1B38-2CC4-F89A-8C3D-3B6F7A4F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090495-91A1-A9B5-1320-B30DFCCDD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54BEDA-A17B-08A3-6CC8-CC7B8136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7C08C-6F2C-90AF-4245-2595E59B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B77A10-62E0-DE68-D153-F89094D5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172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CC2EB3-2048-4733-E74E-5EF2A6EAB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22B4A6-02BD-0709-4D3C-6AEE64D71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36F35-7838-33C0-4346-D52FF288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A8557D-0A52-CBAF-044A-670162AA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C75FAE-5AC3-31FC-49F1-3B98F398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11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FACAA8-7C7D-9A9E-7C42-D8487C6F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4726C3-A9B7-61EF-DF26-BA3F82CC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FD5D6E-77E6-BDB2-C743-F59673B2B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40CA9-8380-46C9-A676-DB166645951D}" type="datetimeFigureOut">
              <a:rPr lang="pt-BR" smtClean="0"/>
              <a:t>07/11/2025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19C82-5235-2753-0AAA-0B194A501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6EB11A-38C1-AABB-204F-997862A25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199C0-52D8-4B38-9BCD-50DF809881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24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7C9B199-CD47-431B-EA1D-BFCBEDBBC860}"/>
              </a:ext>
            </a:extLst>
          </p:cNvPr>
          <p:cNvSpPr/>
          <p:nvPr/>
        </p:nvSpPr>
        <p:spPr>
          <a:xfrm>
            <a:off x="4144354" y="1221375"/>
            <a:ext cx="2652686" cy="13627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pt-BR" sz="9600" dirty="0">
                <a:ln w="28575">
                  <a:solidFill>
                    <a:srgbClr val="0070C0"/>
                  </a:solidFill>
                </a:ln>
                <a:noFill/>
              </a:rPr>
              <a:t>ger</a:t>
            </a:r>
            <a:r>
              <a:rPr lang="pt-BR" sz="4000" dirty="0">
                <a:ln w="28575">
                  <a:solidFill>
                    <a:schemeClr val="accent3"/>
                  </a:solidFill>
                </a:ln>
                <a:noFill/>
              </a:rPr>
              <a:t> </a:t>
            </a:r>
            <a:r>
              <a:rPr lang="pt-BR" sz="9600" dirty="0">
                <a:ln w="28575">
                  <a:solidFill>
                    <a:srgbClr val="7030A0"/>
                  </a:solidFill>
                </a:ln>
                <a:solidFill>
                  <a:srgbClr val="0070C0"/>
                </a:solidFill>
                <a:latin typeface="Amasis MT Pro Medium" panose="02040604050005020304" pitchFamily="18" charset="0"/>
                <a:cs typeface="Aldhabi" panose="01000000000000000000" pitchFamily="2" charset="-78"/>
              </a:rPr>
              <a:t>i</a:t>
            </a:r>
            <a:endParaRPr lang="pt-BR" sz="9600" dirty="0">
              <a:ln w="28575">
                <a:solidFill>
                  <a:srgbClr val="7030A0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D2FC05C-AA0E-45FD-4CC7-B78E2798BF49}"/>
              </a:ext>
            </a:extLst>
          </p:cNvPr>
          <p:cNvSpPr/>
          <p:nvPr/>
        </p:nvSpPr>
        <p:spPr>
          <a:xfrm>
            <a:off x="3290914" y="2200126"/>
            <a:ext cx="4359566" cy="10856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pt-BR" sz="2800" dirty="0">
                <a:solidFill>
                  <a:srgbClr val="0070C0"/>
                </a:solidFill>
              </a:rPr>
              <a:t>Gerenciador de </a:t>
            </a:r>
            <a:r>
              <a:rPr lang="pt-BR" sz="2800" dirty="0">
                <a:solidFill>
                  <a:srgbClr val="7030A0"/>
                </a:solidFill>
                <a:latin typeface="Amasis MT Pro Medium" panose="02040604050005020304" pitchFamily="18" charset="0"/>
              </a:rPr>
              <a:t>imagens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9F98833-BA35-6413-CBEA-55581C4AC051}"/>
              </a:ext>
            </a:extLst>
          </p:cNvPr>
          <p:cNvSpPr/>
          <p:nvPr/>
        </p:nvSpPr>
        <p:spPr>
          <a:xfrm>
            <a:off x="3290914" y="2656310"/>
            <a:ext cx="4359566" cy="7970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© Junior Dias</a:t>
            </a:r>
            <a:endParaRPr lang="pt-BR" dirty="0">
              <a:solidFill>
                <a:schemeClr val="bg1">
                  <a:lumMod val="6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915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Amasis MT Pro Medium</vt:lpstr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Junior F. Dias</dc:creator>
  <cp:lastModifiedBy>Junior F. Dias</cp:lastModifiedBy>
  <cp:revision>2</cp:revision>
  <dcterms:created xsi:type="dcterms:W3CDTF">2025-11-07T16:49:03Z</dcterms:created>
  <dcterms:modified xsi:type="dcterms:W3CDTF">2025-11-07T17:44:44Z</dcterms:modified>
</cp:coreProperties>
</file>