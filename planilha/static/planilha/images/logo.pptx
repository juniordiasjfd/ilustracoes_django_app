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030A0"/>
    <a:srgbClr val="0070C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25" d="100"/>
          <a:sy n="125" d="100"/>
        </p:scale>
        <p:origin x="72" y="-4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A68D26-2EC9-BAED-9F77-370EF3B596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D346B05-53DA-640D-988A-7BFB89F6B7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E2EE728-5C4E-E0B1-DF6E-ACACAB4E5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40CA9-8380-46C9-A676-DB166645951D}" type="datetimeFigureOut">
              <a:rPr lang="pt-BR" smtClean="0"/>
              <a:t>14/11/2025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8AF1CFA-6B44-EA11-6F28-895182534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51E02F7-1E48-4770-A851-2E08A3109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199C0-52D8-4B38-9BCD-50DF8098814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7776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BEFB43-B1A2-768D-4AC9-EC73F236B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AC13ADD-57E1-AD35-076E-24E312D71D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62D248C-C21C-58A5-43E6-4260DB56F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40CA9-8380-46C9-A676-DB166645951D}" type="datetimeFigureOut">
              <a:rPr lang="pt-BR" smtClean="0"/>
              <a:t>14/11/2025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FA55041-64B9-E8CD-6D2C-96E13294C1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AE77525-F820-999E-91D6-F6D959383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199C0-52D8-4B38-9BCD-50DF8098814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45756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AE8616-698C-AEAE-860F-98F13517B4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354E8FA-FEF5-3F2D-005E-18F844B8A2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BC0A498-7932-32F5-B3EB-065516911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40CA9-8380-46C9-A676-DB166645951D}" type="datetimeFigureOut">
              <a:rPr lang="pt-BR" smtClean="0"/>
              <a:t>14/11/2025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7E839DC-5A63-AB12-85C0-76C976042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52E6919-F589-AE95-5029-845AE6BA4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199C0-52D8-4B38-9BCD-50DF8098814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844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90F324-9EE3-9959-944C-829412CDA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D45445C-6D76-8117-92CF-96957C7308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C8F3494-D4B8-FD1B-CF48-47CF0184B4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9F213F6-7274-5166-6F76-3C1F62E37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40CA9-8380-46C9-A676-DB166645951D}" type="datetimeFigureOut">
              <a:rPr lang="pt-BR" smtClean="0"/>
              <a:t>14/11/2025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1B71849-82B4-FFDC-36F7-4D46D5E90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201B96A-3B11-9111-0305-FBAD109C8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199C0-52D8-4B38-9BCD-50DF8098814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43091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741413-BCC9-E14A-AEEA-73EC095C6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727AE66-2EF0-8253-5514-D572663560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2B48472-ACB2-EDED-9300-610AA98408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19AAA16-B354-FA8F-C3A4-BD9C6CDB46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337045F-0BC5-8066-60C4-954746D958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EF65E920-A2C1-C1FC-621D-66F8A4C6F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40CA9-8380-46C9-A676-DB166645951D}" type="datetimeFigureOut">
              <a:rPr lang="pt-BR" smtClean="0"/>
              <a:t>14/11/2025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F2297988-EEED-FD2B-8A8F-69CE843A3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8DD8B733-C7A4-0F0F-8AA3-C1D40A5D8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199C0-52D8-4B38-9BCD-50DF8098814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43582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EC4629-E66C-AAF9-BC3B-D6671D2F2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B22D9F3-A031-5156-0EA8-20BF41F7C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40CA9-8380-46C9-A676-DB166645951D}" type="datetimeFigureOut">
              <a:rPr lang="pt-BR" smtClean="0"/>
              <a:t>14/11/2025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116298B-018E-6715-7CC2-2EB3985D0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97CE8BA7-2E37-6904-BE7C-8E53BB46E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199C0-52D8-4B38-9BCD-50DF8098814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47697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CC92290E-08C8-0E64-E830-B6C88E7EB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40CA9-8380-46C9-A676-DB166645951D}" type="datetimeFigureOut">
              <a:rPr lang="pt-BR" smtClean="0"/>
              <a:t>14/11/2025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0E22E72-F1B4-0FD8-8C70-5E4AED706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18D405D-681D-367F-C483-3C53384A8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199C0-52D8-4B38-9BCD-50DF8098814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9217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E8CCB4-850A-35F2-AE89-26A94F181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AB704F-882F-DAB1-4008-300E098796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BC79434-6BE2-29C5-412E-D330E9022D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B8A4857-2E5E-7619-3FF2-CCF79DD62B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40CA9-8380-46C9-A676-DB166645951D}" type="datetimeFigureOut">
              <a:rPr lang="pt-BR" smtClean="0"/>
              <a:t>14/11/2025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A58E160-CF6A-3F53-D478-B2F974E83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E7F9178-355D-27BF-4D1F-ADD00DEBF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199C0-52D8-4B38-9BCD-50DF8098814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70968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7A8ECF-B124-B4B0-C335-404EB3B09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6DCE29D-69FD-672E-7E2D-2B29F2DE92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09A4020-F6DE-C5BA-53A7-745B777452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59FC4E2-B520-1C14-4380-BCD12F99F2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40CA9-8380-46C9-A676-DB166645951D}" type="datetimeFigureOut">
              <a:rPr lang="pt-BR" smtClean="0"/>
              <a:t>14/11/2025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EE976C90-59FE-EF3F-560B-32D4B21E2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24EDE3C-58A3-595C-31B2-331A12294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199C0-52D8-4B38-9BCD-50DF8098814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93038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9A1B38-2CC4-F89A-8C3D-3B6F7A4FA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3090495-91A1-A9B5-1320-B30DFCCDD1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054BEDA-A17B-08A3-6CC8-CC7B8136B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40CA9-8380-46C9-A676-DB166645951D}" type="datetimeFigureOut">
              <a:rPr lang="pt-BR" smtClean="0"/>
              <a:t>14/11/2025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E97C08C-6F2C-90AF-4245-2595E59B3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FB77A10-62E0-DE68-D153-F89094D5F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199C0-52D8-4B38-9BCD-50DF8098814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17244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BBCC2EB3-2048-4733-E74E-5EF2A6EAB1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E22B4A6-02BD-0709-4D3C-6AEE64D712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A636F35-7838-33C0-4346-D52FF2884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40CA9-8380-46C9-A676-DB166645951D}" type="datetimeFigureOut">
              <a:rPr lang="pt-BR" smtClean="0"/>
              <a:t>14/11/2025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BA8557D-0A52-CBAF-044A-670162AA2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DC75FAE-5AC3-31FC-49F1-3B98F3988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199C0-52D8-4B38-9BCD-50DF8098814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23111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7FACAA8-7C7D-9A9E-7C42-D8487C6F6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74726C3-A9B7-61EF-DF26-BA3F82CC8B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0FD5D6E-77E6-BDB2-C743-F59673B2BF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140CA9-8380-46C9-A676-DB166645951D}" type="datetimeFigureOut">
              <a:rPr lang="pt-BR" smtClean="0"/>
              <a:t>14/11/2025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1219C82-5235-2753-0AAA-0B194A501C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46EB11A-38C1-AABB-204F-997862A255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5199C0-52D8-4B38-9BCD-50DF8098814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52448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67C9B199-CD47-431B-EA1D-BFCBEDBBC860}"/>
              </a:ext>
            </a:extLst>
          </p:cNvPr>
          <p:cNvSpPr/>
          <p:nvPr/>
        </p:nvSpPr>
        <p:spPr>
          <a:xfrm>
            <a:off x="4144354" y="1221375"/>
            <a:ext cx="2652686" cy="13627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pt-BR" sz="9600" dirty="0">
                <a:ln w="28575">
                  <a:solidFill>
                    <a:srgbClr val="0070C0"/>
                  </a:solidFill>
                </a:ln>
                <a:noFill/>
              </a:rPr>
              <a:t>ger</a:t>
            </a:r>
            <a:r>
              <a:rPr lang="pt-BR" sz="4000" dirty="0">
                <a:ln w="28575">
                  <a:solidFill>
                    <a:schemeClr val="accent3"/>
                  </a:solidFill>
                </a:ln>
                <a:noFill/>
              </a:rPr>
              <a:t> </a:t>
            </a:r>
            <a:r>
              <a:rPr lang="pt-BR" sz="9600" dirty="0">
                <a:ln w="28575">
                  <a:solidFill>
                    <a:srgbClr val="7030A0"/>
                  </a:solidFill>
                </a:ln>
                <a:solidFill>
                  <a:srgbClr val="0070C0"/>
                </a:solidFill>
                <a:latin typeface="Amasis MT Pro Medium" panose="02040604050005020304" pitchFamily="18" charset="0"/>
                <a:cs typeface="Aldhabi" panose="01000000000000000000" pitchFamily="2" charset="-78"/>
              </a:rPr>
              <a:t>i</a:t>
            </a:r>
            <a:endParaRPr lang="pt-BR" sz="9600" dirty="0">
              <a:ln w="28575">
                <a:solidFill>
                  <a:srgbClr val="7030A0"/>
                </a:solidFill>
              </a:ln>
              <a:solidFill>
                <a:srgbClr val="0070C0"/>
              </a:solidFill>
            </a:endParaRP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7D2FC05C-AA0E-45FD-4CC7-B78E2798BF49}"/>
              </a:ext>
            </a:extLst>
          </p:cNvPr>
          <p:cNvSpPr/>
          <p:nvPr/>
        </p:nvSpPr>
        <p:spPr>
          <a:xfrm>
            <a:off x="3290914" y="2200126"/>
            <a:ext cx="4359566" cy="108561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pt-BR" sz="2800" dirty="0">
                <a:solidFill>
                  <a:srgbClr val="0070C0"/>
                </a:solidFill>
              </a:rPr>
              <a:t>Gerenciador de </a:t>
            </a:r>
            <a:r>
              <a:rPr lang="pt-BR" sz="2800" dirty="0">
                <a:solidFill>
                  <a:srgbClr val="7030A0"/>
                </a:solidFill>
                <a:latin typeface="Amasis MT Pro Medium" panose="02040604050005020304" pitchFamily="18" charset="0"/>
              </a:rPr>
              <a:t>imagens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B9F98833-BA35-6413-CBEA-55581C4AC051}"/>
              </a:ext>
            </a:extLst>
          </p:cNvPr>
          <p:cNvSpPr/>
          <p:nvPr/>
        </p:nvSpPr>
        <p:spPr>
          <a:xfrm>
            <a:off x="3290914" y="2656310"/>
            <a:ext cx="4359566" cy="79707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pt-BR" dirty="0">
                <a:solidFill>
                  <a:schemeClr val="bg1">
                    <a:lumMod val="65000"/>
                  </a:schemeClr>
                </a:solidFill>
              </a:rPr>
              <a:t>© Junior Dias</a:t>
            </a:r>
            <a:endParaRPr lang="pt-BR" dirty="0">
              <a:solidFill>
                <a:schemeClr val="bg1">
                  <a:lumMod val="65000"/>
                </a:schemeClr>
              </a:solidFill>
              <a:latin typeface="Amasis MT Pro Medium" panose="020406040500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09151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67C9B199-CD47-431B-EA1D-BFCBEDBBC860}"/>
              </a:ext>
            </a:extLst>
          </p:cNvPr>
          <p:cNvSpPr/>
          <p:nvPr/>
        </p:nvSpPr>
        <p:spPr>
          <a:xfrm>
            <a:off x="3207340" y="2066201"/>
            <a:ext cx="2652686" cy="13627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pt-BR" sz="9600" dirty="0">
                <a:ln w="28575">
                  <a:solidFill>
                    <a:srgbClr val="7030A0"/>
                  </a:solidFill>
                </a:ln>
                <a:solidFill>
                  <a:srgbClr val="0070C0"/>
                </a:solidFill>
                <a:latin typeface="Amasis MT Pro Medium" panose="02040604050005020304" pitchFamily="18" charset="0"/>
                <a:cs typeface="Aldhabi" panose="01000000000000000000" pitchFamily="2" charset="-78"/>
              </a:rPr>
              <a:t>i</a:t>
            </a:r>
            <a:endParaRPr lang="pt-BR" sz="9600" dirty="0">
              <a:ln w="28575">
                <a:solidFill>
                  <a:srgbClr val="7030A0"/>
                </a:solidFill>
              </a:ln>
              <a:solidFill>
                <a:srgbClr val="0070C0"/>
              </a:solidFill>
            </a:endParaRPr>
          </a:p>
        </p:txBody>
      </p:sp>
      <p:sp>
        <p:nvSpPr>
          <p:cNvPr id="2" name="Elipse 1">
            <a:extLst>
              <a:ext uri="{FF2B5EF4-FFF2-40B4-BE49-F238E27FC236}">
                <a16:creationId xmlns:a16="http://schemas.microsoft.com/office/drawing/2014/main" id="{25910E39-DCD5-E771-69EB-ED48594A87B6}"/>
              </a:ext>
            </a:extLst>
          </p:cNvPr>
          <p:cNvSpPr/>
          <p:nvPr/>
        </p:nvSpPr>
        <p:spPr>
          <a:xfrm>
            <a:off x="3994016" y="2207933"/>
            <a:ext cx="1079335" cy="1079335"/>
          </a:xfrm>
          <a:prstGeom prst="ellipse">
            <a:avLst/>
          </a:prstGeom>
          <a:noFill/>
          <a:ln w="762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984846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9</Words>
  <Application>Microsoft Office PowerPoint</Application>
  <PresentationFormat>Widescreen</PresentationFormat>
  <Paragraphs>4</Paragraphs>
  <Slides>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</vt:i4>
      </vt:variant>
    </vt:vector>
  </HeadingPairs>
  <TitlesOfParts>
    <vt:vector size="7" baseType="lpstr">
      <vt:lpstr>Amasis MT Pro Medium</vt:lpstr>
      <vt:lpstr>Aptos</vt:lpstr>
      <vt:lpstr>Aptos Display</vt:lpstr>
      <vt:lpstr>Arial</vt:lpstr>
      <vt:lpstr>Tema do Office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Junior F. Dias</dc:creator>
  <cp:lastModifiedBy>Junior F. Dias</cp:lastModifiedBy>
  <cp:revision>3</cp:revision>
  <dcterms:created xsi:type="dcterms:W3CDTF">2025-11-07T16:49:03Z</dcterms:created>
  <dcterms:modified xsi:type="dcterms:W3CDTF">2025-11-14T17:46:24Z</dcterms:modified>
</cp:coreProperties>
</file>